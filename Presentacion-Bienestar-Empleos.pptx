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F2A90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274320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3749040"/>
            <a:ext cx="256032" cy="256032"/>
          </a:xfrm>
          <a:prstGeom prst="ellipse">
            <a:avLst/>
          </a:prstGeom>
          <a:solidFill>
            <a:srgbClr val="5099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 para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Estudiantes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Prácticas, monitorías y empleos para estudiantes — reunidos y siempre al día, dentro de la página de Bienestar de la Facultad de Minas.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7824" y="5806440"/>
            <a:ext cx="45720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Colombia · Sede Medellín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 que resolvemos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oportunidades están dispersas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Convocatorias de la Universidad, portales de empleo, correos… cada una por su lado y en un formato distinto.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81528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difícil saber cuáles sirven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49300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vacantes no son para estudiantes. Separar las adecuadas toma tiempo y conocimiento.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562856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5171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pierden buenas ofertas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974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lugar central y actualizado, los estudiantes se enteran tarde — o no se enteran.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solución: todo en un solo lugar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un tablero de oportunidades para estudiantes y lo integramos en la página de Bienestar.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automáticamente las vacantes adecuadas y las mantiene al día, sin trabajo manual.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encuentran todo en el sitio oficial de la Facultad, en segundos.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0"/>
            <a:ext cx="420624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7D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44384" y="2331720"/>
            <a:ext cx="91440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7644384" y="2606040"/>
            <a:ext cx="3566160" cy="18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" name="Shape 7"/>
          <p:cNvSpPr/>
          <p:nvPr/>
        </p:nvSpPr>
        <p:spPr>
          <a:xfrm>
            <a:off x="7644384" y="2715768"/>
            <a:ext cx="2377440" cy="118872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0" name="Shape 8"/>
          <p:cNvSpPr/>
          <p:nvPr/>
        </p:nvSpPr>
        <p:spPr>
          <a:xfrm>
            <a:off x="7644384" y="2916936"/>
            <a:ext cx="1371600" cy="91440"/>
          </a:xfrm>
          <a:prstGeom prst="rect">
            <a:avLst/>
          </a:prstGeom>
          <a:solidFill>
            <a:srgbClr val="F4E6C2"/>
          </a:solidFill>
          <a:ln/>
        </p:spPr>
      </p:sp>
      <p:sp>
        <p:nvSpPr>
          <p:cNvPr id="11" name="Shape 9"/>
          <p:cNvSpPr/>
          <p:nvPr/>
        </p:nvSpPr>
        <p:spPr>
          <a:xfrm>
            <a:off x="7644384" y="3337560"/>
            <a:ext cx="3566160" cy="18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Shape 10"/>
          <p:cNvSpPr/>
          <p:nvPr/>
        </p:nvSpPr>
        <p:spPr>
          <a:xfrm>
            <a:off x="7644384" y="3447288"/>
            <a:ext cx="2377440" cy="118872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44384" y="3648456"/>
            <a:ext cx="1371600" cy="91440"/>
          </a:xfrm>
          <a:prstGeom prst="rect">
            <a:avLst/>
          </a:prstGeom>
          <a:solidFill>
            <a:srgbClr val="F4E6C2"/>
          </a:solidFill>
          <a:ln/>
        </p:spPr>
      </p:sp>
      <p:sp>
        <p:nvSpPr>
          <p:cNvPr id="14" name="Shape 12"/>
          <p:cNvSpPr/>
          <p:nvPr/>
        </p:nvSpPr>
        <p:spPr>
          <a:xfrm>
            <a:off x="7644384" y="4069080"/>
            <a:ext cx="3566160" cy="18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44384" y="4178808"/>
            <a:ext cx="2377440" cy="118872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44384" y="4379976"/>
            <a:ext cx="1371600" cy="91440"/>
          </a:xfrm>
          <a:prstGeom prst="rect">
            <a:avLst/>
          </a:prstGeom>
          <a:solidFill>
            <a:srgbClr val="F4E6C2"/>
          </a:solidFill>
          <a:ln/>
        </p:spPr>
      </p:sp>
      <p:sp>
        <p:nvSpPr>
          <p:cNvPr id="17" name="Shape 15"/>
          <p:cNvSpPr/>
          <p:nvPr/>
        </p:nvSpPr>
        <p:spPr>
          <a:xfrm>
            <a:off x="7644384" y="4800600"/>
            <a:ext cx="3566160" cy="1828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8" name="Shape 16"/>
          <p:cNvSpPr/>
          <p:nvPr/>
        </p:nvSpPr>
        <p:spPr>
          <a:xfrm>
            <a:off x="7644384" y="4910328"/>
            <a:ext cx="2377440" cy="118872"/>
          </a:xfrm>
          <a:prstGeom prst="rect">
            <a:avLst/>
          </a:prstGeom>
          <a:solidFill>
            <a:srgbClr val="E3E7EE"/>
          </a:solidFill>
          <a:ln/>
        </p:spPr>
      </p:sp>
      <p:sp>
        <p:nvSpPr>
          <p:cNvPr id="19" name="Shape 17"/>
          <p:cNvSpPr/>
          <p:nvPr/>
        </p:nvSpPr>
        <p:spPr>
          <a:xfrm>
            <a:off x="7644384" y="5111496"/>
            <a:ext cx="1371600" cy="91440"/>
          </a:xfrm>
          <a:prstGeom prst="rect">
            <a:avLst/>
          </a:prstGeom>
          <a:solidFill>
            <a:srgbClr val="F4E6C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dónde salen las oportunidades?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Convocatorias de la Universidad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Auxiliar y monitorías de la Facultad de Minas. Es la fuente oficial: trabajo dentro de la Universidad para estudiantes.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07D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</a:t>
            </a:r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convocatorias activas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9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Empleos en Medellín para estudiantes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31089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Prácticas, contrato de aprendizaje y trabajos de medio tiempo, tomados de portales de empleo de la ciudad.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9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 </a:t>
            </a:r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vacantes en Medellín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 Todo en automático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08276" y="20574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220827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las fuentes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pocas horas consulta las convocatorias y los portales de empleo.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4738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48756" y="20574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04875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 lo de estudiantes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prácticas, aprendiz, monitorías y medio tiempo; descarta lo demás.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8786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412480" y="17830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89236" y="20574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988923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41080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 en Bienestar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el tablero solo, sin que nadie copie y pegue nada.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tiene que actualizarlo a mano: el sistema trabaja solo, día y noche.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Así se ve y cómo se busca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67665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47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7D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 para estudiantes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0704" y="2350008"/>
            <a:ext cx="118872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60604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cargo, empresa…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64261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64261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57800" y="26426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642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08192" y="264261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6426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60704" y="33832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5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Estudiante Auxiliar — Laboratorio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0704" y="3657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UNAL · Minas · Medellín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388620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0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UNAL · MONITORÍA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60704" y="4151376"/>
            <a:ext cx="6108192" cy="13716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" y="425196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5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Practicante de Psicología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45262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Eficacia · Medellín, Antioquia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" y="475488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0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JOOBLE · JORNADA COMPLETA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0704" y="5020056"/>
            <a:ext cx="6108192" cy="13716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" y="51206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5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de Diseño Gráfico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" y="539496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Lafarge · Medellín, Antioquia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" y="562356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0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JOOBLE · PRÁCTICAS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60704" y="5888736"/>
            <a:ext cx="6108192" cy="13716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Shape 25"/>
          <p:cNvSpPr/>
          <p:nvPr/>
        </p:nvSpPr>
        <p:spPr>
          <a:xfrm>
            <a:off x="7818120" y="1920240"/>
            <a:ext cx="164592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Buscador instantáneo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92440" y="21854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palabra (incluso sin tildes) y la lista se filtra al momento.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18120" y="3291840"/>
            <a:ext cx="164592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por tipo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92440" y="35570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todas, solo las de la Universidad o solo los empleos externos.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18120" y="4663440"/>
            <a:ext cx="164592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clic y listo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4928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oferta abre la convocatoria o vacante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21408"/>
            <a:ext cx="310896" cy="3108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en un solo lugar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5420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tablero oficial con las oportunidades que importan.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7373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13448" y="2121408"/>
            <a:ext cx="310896" cy="310896"/>
          </a:xfrm>
          <a:prstGeom prst="ellipse">
            <a:avLst/>
          </a:prstGeom>
          <a:solidFill>
            <a:srgbClr val="50992E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Siempre actualizado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0" y="25420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refresca solo cada pocas horas, sin trabajo manual.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24128" y="4224528"/>
            <a:ext cx="310896" cy="31089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costo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64515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herramientas gratuitas; no genera gastos.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38404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13448" y="4224528"/>
            <a:ext cx="310896" cy="310896"/>
          </a:xfrm>
          <a:prstGeom prst="ellipse">
            <a:avLst/>
          </a:prstGeom>
          <a:solidFill>
            <a:srgbClr val="50992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Ahorra tiempo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464515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estudiantes para buscar y a Bienestar para difundir.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actual: ¡ya está funcionando!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7D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8288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9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4904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7D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6 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72600" y="18288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2286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9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línea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0976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Bienestar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 integrado en la página oficial de Bienestar de la Facultad de Minas.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201168" cy="2011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por carrera y ciudad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cada estudiante vea primero lo más cercano a su perfil.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566928" cy="566928"/>
          </a:xfrm>
          <a:prstGeom prst="ellipse">
            <a:avLst/>
          </a:prstGeom>
          <a:solidFill>
            <a:srgbClr val="5099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por correo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172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cuando aparezcan oportunidades nuevas.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fuentes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otros portales y convocatorias de la Universidad.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566928" cy="566928"/>
          </a:xfrm>
          <a:prstGeom prst="ellipse">
            <a:avLst/>
          </a:prstGeom>
          <a:solidFill>
            <a:srgbClr val="5099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Estadísticas de uso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5367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70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buscan los estudiantes para mejorar la oferta.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023360" cy="4023360"/>
          </a:xfrm>
          <a:prstGeom prst="ellipse">
            <a:avLst/>
          </a:prstGeom>
          <a:solidFill>
            <a:srgbClr val="F2A9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" y="132588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1945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herramienta sencilla,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gran impacto para los estudiantes.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Empleos y oportunidades para estudiantes — Facultad de Minas, Bienestar Universitario.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Oportunidades para Estudiantes - Facultad de Minas</dc:title>
  <dc:subject>PptxGenJS Presentation</dc:subject>
  <dc:creator>Andrés - Facultad de Minas</dc:creator>
  <cp:lastModifiedBy>Andrés - Facultad de Minas</cp:lastModifiedBy>
  <cp:revision>1</cp:revision>
  <dcterms:created xsi:type="dcterms:W3CDTF">2026-06-07T19:30:34Z</dcterms:created>
  <dcterms:modified xsi:type="dcterms:W3CDTF">2026-06-07T19:30:34Z</dcterms:modified>
</cp:coreProperties>
</file>